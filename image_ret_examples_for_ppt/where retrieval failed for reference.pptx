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7DD3-A00B-8E91-CCCF-E35D882D4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C00365-C723-040E-7310-A4DF7D4CF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24CD7-79EE-8F21-22CE-0B63E99BA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712D6-145A-B576-7DE0-7AB97DA1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DD619-3F62-D8FA-6429-25381BC5D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554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5ACDC-C118-9F34-D1E1-20CBFDE3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839D8-A599-8F28-CCFD-681222BF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2F002-CCCB-9937-5985-9DE1CFF99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03A8D-C107-4EE4-6C56-5880A8DE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9FEED-C4C0-B4C2-5FF8-DEF93FEBA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052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46065-5C4E-8B4C-D0AC-E5EFA864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92779-75A9-6D48-33D5-224FF328F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89342-E3E2-8E49-EC19-BEA2E4E5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71374-94CC-E563-D71C-5DA9D0C1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04DD5-020F-3E6A-F29A-BD50BEC4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531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AB22-0A8C-7818-75E6-3A5FFF572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9B5B4-B0FD-AA1D-B655-A878C4A52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A5B40-AEFC-D795-82CB-2426E4300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355DC-788D-706C-752D-FCFC61603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1B9F0-314C-FE9A-9C77-C40B8C15A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94187-7107-0C72-D867-C11E177B0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3023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6148F-FF94-BEDB-0985-E8964B083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D93F-2EFB-8E38-A5A1-42E5EB1BB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09CF6-65C6-02EA-96FD-1193304F4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7BF64-72BE-D642-B8CB-C63715E164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4B4F31-3727-5345-3F2B-0DA035495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94BC4B-25BA-18B5-EC87-91D79E10A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863B3-5131-95A4-A3A5-7D0133C63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179DC-D5CB-284B-42B0-026AB06F4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0819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F6CEE-F2CC-BAD9-FCF0-709F7150C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1B554-CD18-3CFD-3065-5BE79BC5B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3AA102-BC52-42D7-17FD-042DDD5C1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220C5-E369-0EFA-3B4D-281D0E4C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5493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8D210B-E689-CCC5-2F7D-9F9D1A20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7EE5D-4AB6-5B05-4766-2D2BAE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ED602-3B06-FB42-266C-78ADD90A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6274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B329E-792C-20AC-FBB1-0174AA02C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347D2-1DFE-39AB-F9A8-09992ABFE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4C2D8-6123-568D-CBD7-3C46CCF39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93490-CEB4-CB34-6125-211A6B6EC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5EBF56-F132-CF3D-7C27-ABC3D5BE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31108-27C0-5F43-0EE4-F4E833BAB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5088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C7FC-F0CD-B975-4773-37A1E299D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7B088-DCDE-AA92-7C3B-8B777D2745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FF5213-2E49-8FF8-2F86-45DB34399A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506DB-97C6-31A4-7410-00323C7F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20AB0-6599-EF52-19E9-21A53437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5C715E-90A4-9F99-A52F-9106C78F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34824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E999C-B33E-2E4D-87B4-E4CF1A781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55B58-0EDB-D111-FC41-CC72E4163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FF116-E13A-762B-00AE-4FB08CF8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B99D3-C6DD-3827-63FB-0DFDA0FFE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05A6-3B7B-8BC0-6582-D1700C22E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3096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A8FF64-6AB3-445B-3ABE-8A3FFFD2E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E4378-FDBF-D054-66D9-ADEE99741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CF8B6-71FE-4E01-67F8-B54519BC4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ABF51-7592-0F59-8DFA-088068FFB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70D47-99B0-3B02-C708-9AF6C1ED8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55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60AA05-18D8-4296-2A65-0246D8267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38237-6E35-D04B-A598-5DD389E99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E5BF0-CC9B-E968-0FE5-C43C2238A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1C64D-93BB-4B13-B426-A187242A3F47}" type="datetimeFigureOut">
              <a:rPr lang="en-IL" smtClean="0"/>
              <a:t>13/06/2026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5491-C56E-A97A-8DBA-286BB9116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007F8-6A2D-4BFA-072C-1C0122D1AA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D9733-20F8-4512-8D2D-BA15B7DBB1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5296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E91E3-A9C5-351B-855B-EAED72A56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F2E8FB-D275-9CC2-662E-B5D3A5F70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160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ABCD7C-5687-D1B1-2D9E-EB64CC32D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915" y="668592"/>
            <a:ext cx="2733369" cy="2733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B923A7-76AC-D887-4504-6C562D9CB383}"/>
              </a:ext>
            </a:extLst>
          </p:cNvPr>
          <p:cNvSpPr txBox="1"/>
          <p:nvPr/>
        </p:nvSpPr>
        <p:spPr>
          <a:xfrm>
            <a:off x="7118555" y="0"/>
            <a:ext cx="2939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Atelectasis and no Pneumonia</a:t>
            </a:r>
          </a:p>
          <a:p>
            <a:endParaRPr lang="en-I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27F38-83B4-434D-0EFC-B1A0EEB44C8A}"/>
              </a:ext>
            </a:extLst>
          </p:cNvPr>
          <p:cNvSpPr txBox="1"/>
          <p:nvPr/>
        </p:nvSpPr>
        <p:spPr>
          <a:xfrm>
            <a:off x="6759676" y="3675568"/>
            <a:ext cx="2939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Atelectasis and</a:t>
            </a:r>
            <a:r>
              <a:rPr lang="en-US" dirty="0"/>
              <a:t> </a:t>
            </a:r>
            <a:r>
              <a:rPr lang="en-IL" dirty="0"/>
              <a:t>Pneumonia</a:t>
            </a:r>
          </a:p>
          <a:p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7EF040-5CD2-6FC4-6B69-311A77AB7D13}"/>
              </a:ext>
            </a:extLst>
          </p:cNvPr>
          <p:cNvSpPr txBox="1"/>
          <p:nvPr/>
        </p:nvSpPr>
        <p:spPr>
          <a:xfrm>
            <a:off x="722672" y="2689123"/>
            <a:ext cx="2939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Query: </a:t>
            </a:r>
            <a:r>
              <a:rPr lang="en-IL" dirty="0"/>
              <a:t>Atelectasis and no Pneumonia</a:t>
            </a:r>
          </a:p>
          <a:p>
            <a:endParaRPr lang="en-I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5BE37BB-641C-AFE2-8F85-DBF4F60D38C6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 flipV="1">
            <a:off x="3662517" y="2035277"/>
            <a:ext cx="3200398" cy="11155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5947CCF-2DF9-164D-DAAC-ED360D738080}"/>
              </a:ext>
            </a:extLst>
          </p:cNvPr>
          <p:cNvSpPr txBox="1"/>
          <p:nvPr/>
        </p:nvSpPr>
        <p:spPr>
          <a:xfrm>
            <a:off x="4689986" y="1946701"/>
            <a:ext cx="811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</a:t>
            </a:r>
            <a:endParaRPr lang="en-IL" dirty="0"/>
          </a:p>
          <a:p>
            <a:endParaRPr lang="en-I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2958318-7C8D-350A-FEFC-6F35E93CB8A3}"/>
              </a:ext>
            </a:extLst>
          </p:cNvPr>
          <p:cNvCxnSpPr>
            <a:cxnSpLocks/>
          </p:cNvCxnSpPr>
          <p:nvPr/>
        </p:nvCxnSpPr>
        <p:spPr>
          <a:xfrm>
            <a:off x="3688326" y="3150788"/>
            <a:ext cx="2814484" cy="2065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F5A7A77-08EF-FC23-2AB1-04109405E2F8}"/>
              </a:ext>
            </a:extLst>
          </p:cNvPr>
          <p:cNvSpPr txBox="1"/>
          <p:nvPr/>
        </p:nvSpPr>
        <p:spPr>
          <a:xfrm>
            <a:off x="4053346" y="3998734"/>
            <a:ext cx="1042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returned</a:t>
            </a:r>
            <a:endParaRPr lang="en-IL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2D2F4BA-192F-DEBA-D3BC-A6F32AE05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2915" y="4200157"/>
            <a:ext cx="2657843" cy="265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800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Tomer Erez</dc:creator>
  <cp:lastModifiedBy>Tomer Erez</cp:lastModifiedBy>
  <cp:revision>1</cp:revision>
  <dcterms:created xsi:type="dcterms:W3CDTF">2026-06-13T13:58:56Z</dcterms:created>
  <dcterms:modified xsi:type="dcterms:W3CDTF">2026-06-13T14:07:52Z</dcterms:modified>
</cp:coreProperties>
</file>